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retendard Regular"/>
      <p:regular r:id="rId17"/>
    </p:embeddedFont>
    <p:embeddedFont>
      <p:font typeface="Pretendard Bold"/>
      <p:bold r:id="rId18"/>
    </p:embeddedFont>
    <p:embeddedFont>
      <p:font typeface="NanumSquare Regular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.fntdata" Type="http://schemas.openxmlformats.org/officeDocument/2006/relationships/font"/><Relationship Id="rId18" Target="fonts/font2.fntdata" Type="http://schemas.openxmlformats.org/officeDocument/2006/relationships/font"/><Relationship Id="rId19" Target="fonts/font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17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17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svg" Type="http://schemas.openxmlformats.org/officeDocument/2006/relationships/image"/><Relationship Id="rId11" Target="../media/image54.svg" Type="http://schemas.openxmlformats.org/officeDocument/2006/relationships/image"/><Relationship Id="rId12" Target="../media/image23.png" Type="http://schemas.openxmlformats.org/officeDocument/2006/relationships/image"/><Relationship Id="rId13" Target="../media/image55.svg" Type="http://schemas.openxmlformats.org/officeDocument/2006/relationships/image"/><Relationship Id="rId2" Target="../media/image45.png" Type="http://schemas.openxmlformats.org/officeDocument/2006/relationships/image"/><Relationship Id="rId3" Target="../media/image46.svg" Type="http://schemas.openxmlformats.org/officeDocument/2006/relationships/image"/><Relationship Id="rId4" Target="../media/image47.png" Type="http://schemas.openxmlformats.org/officeDocument/2006/relationships/image"/><Relationship Id="rId5" Target="../media/image48.sv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svg" Type="http://schemas.openxmlformats.org/officeDocument/2006/relationships/image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svg" Type="http://schemas.openxmlformats.org/officeDocument/2006/relationships/image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7.png" Type="http://schemas.openxmlformats.org/officeDocument/2006/relationships/image"/><Relationship Id="rId7" Target="../media/image68.png" Type="http://schemas.openxmlformats.org/officeDocument/2006/relationships/image"/><Relationship Id="rId8" Target="../media/image69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png" Type="http://schemas.openxmlformats.org/officeDocument/2006/relationships/image"/><Relationship Id="rId12" Target="../media/image81.svg" Type="http://schemas.openxmlformats.org/officeDocument/2006/relationships/image"/><Relationship Id="rId2" Target="../media/image47.png" Type="http://schemas.openxmlformats.org/officeDocument/2006/relationships/image"/><Relationship Id="rId3" Target="../media/image72.svg" Type="http://schemas.openxmlformats.org/officeDocument/2006/relationships/image"/><Relationship Id="rId4" Target="../media/image73.png" Type="http://schemas.openxmlformats.org/officeDocument/2006/relationships/image"/><Relationship Id="rId5" Target="../media/image74.svg" Type="http://schemas.openxmlformats.org/officeDocument/2006/relationships/image"/><Relationship Id="rId6" Target="../media/image75.png" Type="http://schemas.openxmlformats.org/officeDocument/2006/relationships/image"/><Relationship Id="rId7" Target="../media/image76.svg" Type="http://schemas.openxmlformats.org/officeDocument/2006/relationships/image"/><Relationship Id="rId8" Target="../media/image77.png" Type="http://schemas.openxmlformats.org/officeDocument/2006/relationships/image"/><Relationship Id="rId9" Target="../media/image7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svg" Type="http://schemas.openxmlformats.org/officeDocument/2006/relationships/image"/><Relationship Id="rId11" Target="../media/image51.png" Type="http://schemas.openxmlformats.org/officeDocument/2006/relationships/image"/><Relationship Id="rId12" Target="../media/image90.svg" Type="http://schemas.openxmlformats.org/officeDocument/2006/relationships/image"/><Relationship Id="rId2" Target="../media/image82.png" Type="http://schemas.openxmlformats.org/officeDocument/2006/relationships/image"/><Relationship Id="rId3" Target="../media/image83.svg" Type="http://schemas.openxmlformats.org/officeDocument/2006/relationships/image"/><Relationship Id="rId4" Target="../media/image84.png" Type="http://schemas.openxmlformats.org/officeDocument/2006/relationships/image"/><Relationship Id="rId5" Target="../media/image85.svg" Type="http://schemas.openxmlformats.org/officeDocument/2006/relationships/image"/><Relationship Id="rId6" Target="../media/image23.png" Type="http://schemas.openxmlformats.org/officeDocument/2006/relationships/image"/><Relationship Id="rId7" Target="../media/image86.svg" Type="http://schemas.openxmlformats.org/officeDocument/2006/relationships/image"/><Relationship Id="rId8" Target="../media/image87.png" Type="http://schemas.openxmlformats.org/officeDocument/2006/relationships/image"/><Relationship Id="rId9" Target="../media/image8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76200" y="215900"/>
            <a:ext cx="17995900" cy="9550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689100" y="6654800"/>
            <a:ext cx="12636500" cy="2794000"/>
          </a:xfrm>
          <a:prstGeom prst="rect">
            <a:avLst/>
          </a:prstGeom>
          <a:effectLst>
            <a:outerShdw dir="7020000" dist="246892" blurRad="0">
              <a:srgbClr val="000000">
                <a:alpha val="40000"/>
              </a:srgbClr>
            </a:outerShdw>
          </a:effectLst>
        </p:spPr>
        <p:txBody>
          <a:bodyPr anchor="ctr" rtlCol="false" lIns="0" tIns="395027" rIns="0" bIns="395027"/>
          <a:lstStyle/>
          <a:p>
            <a:pPr algn="l" lvl="0">
              <a:lnSpc>
                <a:spcPct val="83000"/>
              </a:lnSpc>
            </a:pPr>
            <a:r>
              <a:rPr lang="en-US" sz="15552" b="true" i="false" u="none" strike="noStrike" spc="-1100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마크 잘 만드는법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854200" y="6426200"/>
            <a:ext cx="711200" cy="520700"/>
          </a:xfrm>
          <a:prstGeom prst="rect">
            <a:avLst/>
          </a:prstGeom>
          <a:effectLst>
            <a:outerShdw dir="8280000" dist="395654" blurRad="0">
              <a:srgbClr val="000000">
                <a:alpha val="50000"/>
              </a:srgbClr>
            </a:outerShdw>
          </a:effectLst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266700" y="2095500"/>
            <a:ext cx="6197600" cy="1333500"/>
          </a:xfrm>
          <a:prstGeom prst="rect">
            <a:avLst/>
          </a:prstGeom>
          <a:effectLst>
            <a:outerShdw dir="2700000" dist="123092" blurRad="53340">
              <a:srgbClr val="000000">
                <a:alpha val="50000"/>
              </a:srgbClr>
            </a:outerShdw>
          </a:effectLst>
        </p:spPr>
      </p:pic>
      <p:sp>
        <p:nvSpPr>
          <p:cNvPr name="TextBox 6" id="6"/>
          <p:cNvSpPr txBox="true"/>
          <p:nvPr/>
        </p:nvSpPr>
        <p:spPr>
          <a:xfrm rot="0">
            <a:off x="393700" y="2273300"/>
            <a:ext cx="6273800" cy="977900"/>
          </a:xfrm>
          <a:prstGeom prst="rect">
            <a:avLst/>
          </a:prstGeom>
          <a:effectLst>
            <a:outerShdw dir="9540000" dist="128027" blurRad="50537">
              <a:srgbClr val="000000">
                <a:alpha val="40000"/>
              </a:srgbClr>
            </a:outerShdw>
          </a:effectLst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305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MADE BYmyeolchi 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0744200" y="2946400"/>
            <a:ext cx="4140200" cy="4140200"/>
          </a:xfrm>
          <a:prstGeom prst="rect">
            <a:avLst/>
          </a:prstGeom>
          <a:effectLst>
            <a:outerShdw dir="8760000" dist="381586" blurRad="103346">
              <a:srgbClr val="000000">
                <a:alpha val="69000"/>
              </a:srgbClr>
            </a:outerShdw>
          </a:effectLst>
        </p:spPr>
      </p:pic>
      <p:sp>
        <p:nvSpPr>
          <p:cNvPr name="TextBox 8" id="8"/>
          <p:cNvSpPr txBox="true"/>
          <p:nvPr/>
        </p:nvSpPr>
        <p:spPr>
          <a:xfrm rot="0">
            <a:off x="11023600" y="3962400"/>
            <a:ext cx="3784600" cy="1498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14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이렇게 만들면</a:t>
            </a:r>
          </a:p>
          <a:p>
            <a:pPr algn="l" lvl="0">
              <a:lnSpc>
                <a:spcPct val="116199"/>
              </a:lnSpc>
            </a:pPr>
            <a:r>
              <a:rPr lang="en-US" sz="4147" b="false" i="false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윤성이가 간식을?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77800" y="-990600"/>
            <a:ext cx="1511300" cy="10287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863600" y="8953500"/>
            <a:ext cx="19697700" cy="179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-838200" y="8712200"/>
            <a:ext cx="20751800" cy="520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426200" y="647700"/>
            <a:ext cx="10934700" cy="2641600"/>
          </a:xfrm>
          <a:prstGeom prst="rect">
            <a:avLst/>
          </a:prstGeom>
          <a:effectLst>
            <a:outerShdw dir="2700000" dist="85282" blurRad="0">
              <a:srgbClr val="000000">
                <a:alpha val="40000"/>
              </a:srgbClr>
            </a:outerShdw>
          </a:effectLst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374900" y="3987800"/>
            <a:ext cx="5626100" cy="1333500"/>
          </a:xfrm>
          <a:prstGeom prst="rect">
            <a:avLst/>
          </a:prstGeom>
          <a:effectLst>
            <a:outerShdw dir="2700000" dist="35182" blurRad="0">
              <a:srgbClr val="000000">
                <a:alpha val="40000"/>
              </a:srgbClr>
            </a:outerShdw>
          </a:effectLst>
        </p:spPr>
      </p:pic>
      <p:sp>
        <p:nvSpPr>
          <p:cNvPr name="TextBox 7" id="7"/>
          <p:cNvSpPr txBox="true"/>
          <p:nvPr/>
        </p:nvSpPr>
        <p:spPr>
          <a:xfrm rot="0">
            <a:off x="2489200" y="5334000"/>
            <a:ext cx="533400" cy="3048000"/>
          </a:xfrm>
          <a:prstGeom prst="rect">
            <a:avLst/>
          </a:prstGeom>
        </p:spPr>
        <p:txBody>
          <a:bodyPr anchor="ctr" rtlCol="false" lIns="0" tIns="11872" rIns="0" bIns="11872"/>
          <a:lstStyle/>
          <a:p>
            <a:pPr algn="l" lvl="0">
              <a:lnSpc>
                <a:spcPct val="112629"/>
              </a:lnSpc>
            </a:pPr>
            <a:r>
              <a:rPr lang="en-US" sz="4347" b="tru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</a:t>
            </a:r>
          </a:p>
          <a:p>
            <a:pPr algn="l" lvl="0">
              <a:lnSpc>
                <a:spcPct val="112629"/>
              </a:lnSpc>
            </a:pPr>
            <a:r>
              <a:rPr lang="en-US" sz="4347" b="tru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</a:t>
            </a:r>
          </a:p>
          <a:p>
            <a:pPr algn="l" lvl="0">
              <a:lnSpc>
                <a:spcPct val="112629"/>
              </a:lnSpc>
            </a:pPr>
            <a:r>
              <a:rPr lang="en-US" sz="4347" b="tru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</a:t>
            </a:r>
          </a:p>
          <a:p>
            <a:pPr algn="l" lvl="0">
              <a:lnSpc>
                <a:spcPct val="112629"/>
              </a:lnSpc>
            </a:pPr>
            <a:r>
              <a:rPr lang="en-US" sz="4347" b="true" i="false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/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97200" y="5549900"/>
            <a:ext cx="2590800" cy="2679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9269"/>
              </a:lnSpc>
            </a:pPr>
            <a:r>
              <a:rPr lang="en-US" sz="2084" b="false" i="false" u="none" strike="noStrike" spc="-100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우리 학교 마크의 문제</a:t>
            </a:r>
          </a:p>
          <a:p>
            <a:pPr algn="l" lvl="0">
              <a:lnSpc>
                <a:spcPct val="119269"/>
              </a:lnSpc>
            </a:pPr>
            <a:r>
              <a:rPr lang="en-US" sz="2084" b="false" i="false" u="none" strike="noStrike" spc="-100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/>
            </a:r>
          </a:p>
          <a:p>
            <a:pPr algn="l" lvl="0">
              <a:lnSpc>
                <a:spcPct val="119269"/>
              </a:lnSpc>
            </a:pPr>
            <a:r>
              <a:rPr lang="en-US" sz="2084" b="false" i="false" u="none" strike="noStrike" spc="-100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마크 만드는법!</a:t>
            </a:r>
          </a:p>
          <a:p>
            <a:pPr algn="l" lvl="0">
              <a:lnSpc>
                <a:spcPct val="119269"/>
              </a:lnSpc>
            </a:pPr>
            <a:r>
              <a:rPr lang="en-US" sz="2084" b="false" i="false" u="none" strike="noStrike" spc="-100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/>
            </a:r>
          </a:p>
          <a:p>
            <a:pPr algn="l" lvl="0">
              <a:lnSpc>
                <a:spcPct val="119269"/>
              </a:lnSpc>
            </a:pPr>
            <a:r>
              <a:rPr lang="en-US" sz="2084" b="false" i="false" u="none" strike="noStrike" spc="-100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예시 마크</a:t>
            </a:r>
          </a:p>
          <a:p>
            <a:pPr algn="l" lvl="0">
              <a:lnSpc>
                <a:spcPct val="119269"/>
              </a:lnSpc>
            </a:pPr>
            <a:r>
              <a:rPr lang="en-US" sz="2084" b="false" i="false" u="none" strike="noStrike" spc="-100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/>
            </a:r>
          </a:p>
          <a:p>
            <a:pPr algn="l" lvl="0">
              <a:lnSpc>
                <a:spcPct val="119269"/>
              </a:lnSpc>
            </a:pPr>
            <a:r>
              <a:rPr lang="en-US" sz="2084" b="false" i="false" u="none" strike="noStrike" spc="-100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/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-16200000">
            <a:off x="-4038600" y="3390900"/>
            <a:ext cx="10668000" cy="520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2489200" y="25400"/>
            <a:ext cx="4140200" cy="41402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11607800" y="3949700"/>
            <a:ext cx="4140200" cy="4140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9690100" y="4660900"/>
            <a:ext cx="1320800" cy="520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2065000" y="3263900"/>
            <a:ext cx="4635500" cy="3289300"/>
          </a:xfrm>
          <a:prstGeom prst="rect">
            <a:avLst/>
          </a:prstGeom>
        </p:spPr>
        <p:txBody>
          <a:bodyPr anchor="ctr" rtlCol="false" lIns="0" tIns="81525" rIns="0" bIns="81525"/>
          <a:lstStyle/>
          <a:p>
            <a:pPr algn="ctr" lvl="0">
              <a:lnSpc>
                <a:spcPct val="110390"/>
              </a:lnSpc>
            </a:pPr>
            <a:r>
              <a:rPr lang="en-US" sz="18340" b="true" i="false" u="none" strike="noStrike" spc="-8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467100" y="5257800"/>
            <a:ext cx="34925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615"/>
              </a:lnSpc>
            </a:pPr>
            <a:r>
              <a:rPr lang="en-US" sz="2084" b="false" i="false" u="none" strike="noStrike" spc="-100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우리 학교 마크의 문제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66900" y="4152900"/>
            <a:ext cx="6705600" cy="1206500"/>
          </a:xfrm>
          <a:prstGeom prst="rect">
            <a:avLst/>
          </a:prstGeom>
        </p:spPr>
        <p:txBody>
          <a:bodyPr anchor="ctr" rtlCol="false" lIns="0" tIns="199392" rIns="0" bIns="199392"/>
          <a:lstStyle/>
          <a:p>
            <a:pPr algn="ctr" lvl="0">
              <a:lnSpc>
                <a:spcPct val="77190"/>
              </a:lnSpc>
            </a:pPr>
            <a:r>
              <a:rPr lang="en-US" sz="6680" b="true" i="false" u="none" strike="noStrike" spc="-300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주제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86700" y="596900"/>
            <a:ext cx="2565400" cy="1841500"/>
          </a:xfrm>
          <a:prstGeom prst="rect">
            <a:avLst/>
          </a:prstGeom>
        </p:spPr>
        <p:txBody>
          <a:bodyPr anchor="ctr" rtlCol="false" lIns="0" tIns="45420" rIns="0" bIns="45420"/>
          <a:lstStyle/>
          <a:p>
            <a:pPr algn="r" lvl="0">
              <a:lnSpc>
                <a:spcPct val="110390"/>
              </a:lnSpc>
            </a:pPr>
            <a:r>
              <a:rPr lang="en-US" sz="1021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647700" y="292100"/>
            <a:ext cx="12344400" cy="520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863600" y="3314700"/>
            <a:ext cx="8318500" cy="1206500"/>
          </a:xfrm>
          <a:prstGeom prst="rect">
            <a:avLst/>
          </a:prstGeom>
        </p:spPr>
        <p:txBody>
          <a:bodyPr anchor="ctr" rtlCol="false" lIns="0" tIns="199392" rIns="0" bIns="199392"/>
          <a:lstStyle/>
          <a:p>
            <a:pPr algn="l" lvl="0">
              <a:lnSpc>
                <a:spcPct val="77190"/>
              </a:lnSpc>
            </a:pPr>
            <a:r>
              <a:rPr lang="en-US" sz="6680" b="true" i="false" u="none" strike="noStrike" spc="-300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 마크의 뜻을 아시나요?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3100" y="4635500"/>
            <a:ext cx="10147300" cy="2120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1515"/>
              </a:lnSpc>
            </a:pPr>
            <a:r>
              <a:rPr lang="en-US" sz="1999" b="false" i="false" u="none" strike="noStrike" spc="-100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• ∧ 부분: 점차 성장해 나가며 미래를 향해 비상하는 증산 어린이들을 상징합니다.
• ∩ 부분: 학교가 위치한 양산의 수려한 자연환경과 앞으로의 무한한 발전가능성을 나타냅니다.
• ∪ 부분: 학교와 학생들을 든든하게 지켜주고 지원해 주는 학부모를 뜻합니다.
• ˚ 부분: 교육 공동체와 함께 손잡고 아이들의 바른 성장을 돕는 교사를 상징합니다.
• ○ 부분: 지역사회, 학교, 학부모의 교육 공동체가 모두 하나로 손을 맞잡은 화합의 모습을 의미합니다.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452100" y="1638300"/>
            <a:ext cx="9169400" cy="67691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-16200000">
            <a:off x="7556500" y="3911600"/>
            <a:ext cx="8356600" cy="520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-762000" y="8356600"/>
            <a:ext cx="19532600" cy="4140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0800000">
            <a:off x="-38100" y="8115300"/>
            <a:ext cx="190754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206500" y="8712200"/>
            <a:ext cx="20713700" cy="1790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16200000">
            <a:off x="-3568700" y="3162300"/>
            <a:ext cx="10668000" cy="52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-2781300" y="1346200"/>
            <a:ext cx="20027900" cy="520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889000" y="8483600"/>
            <a:ext cx="15570200" cy="520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-16200000">
            <a:off x="11798300" y="5892800"/>
            <a:ext cx="9131300" cy="520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3538200" y="1676400"/>
            <a:ext cx="2565400" cy="1841500"/>
          </a:xfrm>
          <a:prstGeom prst="rect">
            <a:avLst/>
          </a:prstGeom>
        </p:spPr>
        <p:txBody>
          <a:bodyPr anchor="ctr" rtlCol="false" lIns="0" tIns="45420" rIns="0" bIns="45420"/>
          <a:lstStyle/>
          <a:p>
            <a:pPr algn="r" lvl="0">
              <a:lnSpc>
                <a:spcPct val="110390"/>
              </a:lnSpc>
            </a:pPr>
            <a:r>
              <a:rPr lang="en-US" sz="1021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00700" y="4216400"/>
            <a:ext cx="7086600" cy="2400300"/>
          </a:xfrm>
          <a:prstGeom prst="rect">
            <a:avLst/>
          </a:prstGeom>
          <a:effectLst>
            <a:outerShdw dir="2700000" dist="84845" blurRad="0">
              <a:srgbClr val="000000">
                <a:alpha val="40000"/>
              </a:srgbClr>
            </a:outerShdw>
          </a:effectLst>
        </p:spPr>
        <p:txBody>
          <a:bodyPr anchor="ctr" rtlCol="false" lIns="0" tIns="305923" rIns="0" bIns="305923"/>
          <a:lstStyle/>
          <a:p>
            <a:pPr algn="l" lvl="0">
              <a:lnSpc>
                <a:spcPct val="77190"/>
              </a:lnSpc>
            </a:pPr>
            <a:r>
              <a:rPr lang="en-US" sz="13361" b="true" i="false" u="none" strike="noStrike" spc="-500" cap="all">
                <a:solidFill>
                  <a:srgbClr val="F0E9E0"/>
                </a:solidFill>
                <a:latin typeface="Pretendard Regular"/>
                <a:ea typeface="Pretendard Regular"/>
                <a:cs typeface="Pretendard Regular"/>
              </a:rPr>
              <a:t>어떤가요?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206500" y="8788400"/>
            <a:ext cx="20713700" cy="1714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16200000">
            <a:off x="-3568700" y="3162300"/>
            <a:ext cx="10668000" cy="52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-2781300" y="1346200"/>
            <a:ext cx="20027900" cy="520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10800000">
            <a:off x="889000" y="8483600"/>
            <a:ext cx="15570200" cy="520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-16200000">
            <a:off x="11798300" y="5892800"/>
            <a:ext cx="9131300" cy="5207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3538200" y="1676400"/>
            <a:ext cx="2565400" cy="1841500"/>
          </a:xfrm>
          <a:prstGeom prst="rect">
            <a:avLst/>
          </a:prstGeom>
        </p:spPr>
        <p:txBody>
          <a:bodyPr anchor="ctr" rtlCol="false" lIns="0" tIns="45420" rIns="0" bIns="45420"/>
          <a:lstStyle/>
          <a:p>
            <a:pPr algn="r" lvl="0">
              <a:lnSpc>
                <a:spcPct val="110390"/>
              </a:lnSpc>
            </a:pPr>
            <a:r>
              <a:rPr lang="en-US" sz="1021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83200" y="3225800"/>
            <a:ext cx="8420100" cy="3987800"/>
          </a:xfrm>
          <a:prstGeom prst="rect">
            <a:avLst/>
          </a:prstGeom>
          <a:effectLst>
            <a:outerShdw dir="2700000" dist="84844" blurRad="0">
              <a:srgbClr val="000000">
                <a:alpha val="40000"/>
              </a:srgbClr>
            </a:outerShdw>
          </a:effectLst>
        </p:spPr>
        <p:txBody>
          <a:bodyPr anchor="ctr" rtlCol="false" lIns="0" tIns="398769" rIns="0" bIns="398769"/>
          <a:lstStyle/>
          <a:p>
            <a:pPr algn="l" lvl="0">
              <a:lnSpc>
                <a:spcPct val="77190"/>
              </a:lnSpc>
            </a:pPr>
            <a:r>
              <a:rPr lang="en-US" sz="13361" b="true" i="false" u="none" strike="noStrike" spc="-500" cap="all">
                <a:solidFill>
                  <a:srgbClr val="BACBD7"/>
                </a:solidFill>
                <a:latin typeface="Pretendard Regular"/>
                <a:ea typeface="Pretendard Regular"/>
                <a:cs typeface="Pretendard Regular"/>
              </a:rPr>
              <a:t>알아보기 </a:t>
            </a:r>
          </a:p>
          <a:p>
            <a:pPr algn="l" lvl="0">
              <a:lnSpc>
                <a:spcPct val="77190"/>
              </a:lnSpc>
            </a:pPr>
            <a:r>
              <a:rPr lang="en-US" sz="13361" b="true" i="false" u="none" strike="noStrike" spc="-500" cap="all">
                <a:solidFill>
                  <a:srgbClr val="BACBD7"/>
                </a:solidFill>
                <a:latin typeface="Pretendard Regular"/>
                <a:ea typeface="Pretendard Regular"/>
                <a:cs typeface="Pretendard Regular"/>
              </a:rPr>
              <a:t>어렵습니다.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206500" y="-139700"/>
            <a:ext cx="19913600" cy="36449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1257300" y="863600"/>
            <a:ext cx="1092200" cy="520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438400" y="1206500"/>
            <a:ext cx="8940800" cy="1130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46743"/>
              </a:lnSpc>
            </a:pPr>
            <a:r>
              <a:rPr lang="en-US" sz="2725" b="false" i="false" u="none" strike="noStrike" spc="-200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우리 학교 마크의 문제는, 뜻을 가늠하기 어려운것입니다.</a:t>
            </a:r>
          </a:p>
          <a:p>
            <a:pPr algn="l" lvl="0">
              <a:lnSpc>
                <a:spcPct val="146743"/>
              </a:lnSpc>
            </a:pPr>
            <a:r>
              <a:rPr lang="en-US" sz="2725" b="false" i="false" u="none" strike="noStrike" spc="-200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우리가 새로 만들어보면 어떨까요?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57300" y="1231900"/>
            <a:ext cx="6032500" cy="1206500"/>
          </a:xfrm>
          <a:prstGeom prst="rect">
            <a:avLst/>
          </a:prstGeom>
        </p:spPr>
        <p:txBody>
          <a:bodyPr anchor="ctr" rtlCol="false" lIns="0" tIns="199392" rIns="0" bIns="199392"/>
          <a:lstStyle/>
          <a:p>
            <a:pPr algn="l" lvl="0">
              <a:lnSpc>
                <a:spcPct val="77190"/>
              </a:lnSpc>
            </a:pPr>
            <a:r>
              <a:rPr lang="en-US" sz="6680" b="true" i="false" u="none" strike="noStrike" spc="-300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-16200000">
            <a:off x="15875000" y="4508500"/>
            <a:ext cx="2184400" cy="381000"/>
          </a:xfrm>
          <a:prstGeom prst="rect">
            <a:avLst/>
          </a:prstGeom>
        </p:spPr>
        <p:txBody>
          <a:bodyPr anchor="ctr" rtlCol="false" lIns="0" tIns="42544" rIns="0" bIns="42544"/>
          <a:lstStyle/>
          <a:p>
            <a:pPr algn="l" lvl="0">
              <a:lnSpc>
                <a:spcPct val="88395"/>
              </a:lnSpc>
            </a:pPr>
            <a:r>
              <a:rPr lang="en-US" sz="1999" b="true" i="false" u="none" strike="noStrike" cap="all">
                <a:solidFill>
                  <a:srgbClr val="FFFFFF"/>
                </a:solidFill>
                <a:latin typeface="NanumSquare Regular"/>
                <a:ea typeface="NanumSquare Regular"/>
                <a:cs typeface="NanumSquare Regular"/>
              </a:rPr>
              <a:t>CLASS NAME</a:t>
            </a:r>
          </a:p>
        </p:txBody>
      </p:sp>
      <p:sp>
        <p:nvSpPr>
          <p:cNvPr name="TextBox 7" id="7"/>
          <p:cNvSpPr txBox="true"/>
          <p:nvPr/>
        </p:nvSpPr>
        <p:spPr>
          <a:xfrm rot="-16200000">
            <a:off x="15875000" y="6591300"/>
            <a:ext cx="2184400" cy="381000"/>
          </a:xfrm>
          <a:prstGeom prst="rect">
            <a:avLst/>
          </a:prstGeom>
        </p:spPr>
        <p:txBody>
          <a:bodyPr anchor="ctr" rtlCol="false" lIns="0" tIns="42544" rIns="0" bIns="42544"/>
          <a:lstStyle/>
          <a:p>
            <a:pPr algn="l" lvl="0">
              <a:lnSpc>
                <a:spcPct val="88395"/>
              </a:lnSpc>
            </a:pPr>
            <a:r>
              <a:rPr lang="en-US" sz="1999" b="true" i="false" u="none" strike="noStrike" cap="all">
                <a:solidFill>
                  <a:srgbClr val="FFFFFF"/>
                </a:solidFill>
                <a:latin typeface="NanumSquare Regular"/>
                <a:ea typeface="NanumSquare Regular"/>
                <a:cs typeface="NanumSquare Regular"/>
              </a:rPr>
              <a:t>YOUR NAME</a:t>
            </a:r>
          </a:p>
        </p:txBody>
      </p:sp>
      <p:sp>
        <p:nvSpPr>
          <p:cNvPr name="TextBox 8" id="8"/>
          <p:cNvSpPr txBox="true"/>
          <p:nvPr/>
        </p:nvSpPr>
        <p:spPr>
          <a:xfrm rot="-16200000">
            <a:off x="15875000" y="8610600"/>
            <a:ext cx="2184400" cy="381000"/>
          </a:xfrm>
          <a:prstGeom prst="rect">
            <a:avLst/>
          </a:prstGeom>
        </p:spPr>
        <p:txBody>
          <a:bodyPr anchor="ctr" rtlCol="false" lIns="0" tIns="42544" rIns="0" bIns="42544"/>
          <a:lstStyle/>
          <a:p>
            <a:pPr algn="l" lvl="0">
              <a:lnSpc>
                <a:spcPct val="88395"/>
              </a:lnSpc>
            </a:pPr>
            <a:r>
              <a:rPr lang="en-US" sz="1999" b="true" i="false" u="none" strike="noStrike" cap="all">
                <a:solidFill>
                  <a:srgbClr val="FFFFFF"/>
                </a:solidFill>
                <a:latin typeface="NanumSquare Regular"/>
                <a:ea typeface="NanumSquare Regular"/>
                <a:cs typeface="NanumSquare Regular"/>
              </a:rPr>
              <a:t>CLASS OF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12649200" y="4864100"/>
            <a:ext cx="11176000" cy="673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41300" y="4013200"/>
            <a:ext cx="9448800" cy="1422400"/>
          </a:xfrm>
          <a:prstGeom prst="rect">
            <a:avLst/>
          </a:prstGeom>
          <a:effectLst>
            <a:outerShdw dir="7500000" dist="79299" blurRad="0">
              <a:srgbClr val="000000">
                <a:alpha val="40000"/>
              </a:srgbClr>
            </a:outerShdw>
          </a:effectLst>
        </p:spPr>
        <p:txBody>
          <a:bodyPr anchor="ctr" rtlCol="false" lIns="0" tIns="0" rIns="0" bIns="0"/>
          <a:lstStyle/>
          <a:p>
            <a:pPr algn="l" lvl="0">
              <a:lnSpc>
                <a:spcPct val="124913"/>
              </a:lnSpc>
            </a:pPr>
            <a:r>
              <a:rPr lang="en-US" sz="3784" b="true" i="false" u="none" strike="noStrike" spc="-200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이제 마크를 잘 만드는 방법을 알아볼까요?</a:t>
            </a:r>
          </a:p>
          <a:p>
            <a:pPr algn="l" lvl="0">
              <a:lnSpc>
                <a:spcPct val="124913"/>
              </a:lnSpc>
            </a:pPr>
            <a:r>
              <a:rPr lang="en-US" sz="3784" b="true" i="false" u="none" strike="noStrike" spc="-200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제 말에 집중해 주세요!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-266700" y="-266700"/>
            <a:ext cx="18465800" cy="63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-76200" y="9880600"/>
            <a:ext cx="18465800" cy="6350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-5549900" y="4648200"/>
            <a:ext cx="11176000" cy="673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-101600" y="3187700"/>
            <a:ext cx="18465800" cy="635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-25400" y="6654800"/>
            <a:ext cx="8483600" cy="1524000"/>
          </a:xfrm>
          <a:prstGeom prst="rect">
            <a:avLst/>
          </a:prstGeom>
        </p:spPr>
        <p:txBody>
          <a:bodyPr anchor="ctr" rtlCol="false" lIns="0" tIns="199392" rIns="0" bIns="199392"/>
          <a:lstStyle/>
          <a:p>
            <a:pPr algn="ctr" lvl="0">
              <a:lnSpc>
                <a:spcPct val="77190"/>
              </a:lnSpc>
            </a:pPr>
            <a:r>
              <a:rPr lang="en-US" sz="8455" b="true" i="false" u="none" strike="noStrike" spc="-300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주제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7581900" y="7137400"/>
            <a:ext cx="1320800" cy="520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1938000" y="5765800"/>
            <a:ext cx="4635500" cy="3289300"/>
          </a:xfrm>
          <a:prstGeom prst="rect">
            <a:avLst/>
          </a:prstGeom>
        </p:spPr>
        <p:txBody>
          <a:bodyPr anchor="ctr" rtlCol="false" lIns="0" tIns="81525" rIns="0" bIns="81525"/>
          <a:lstStyle/>
          <a:p>
            <a:pPr algn="ctr" lvl="0">
              <a:lnSpc>
                <a:spcPct val="110390"/>
              </a:lnSpc>
            </a:pPr>
            <a:r>
              <a:rPr lang="en-US" sz="18340" b="true" i="false" u="none" strike="noStrike" spc="-8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97100" y="7899400"/>
            <a:ext cx="4038600" cy="457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615"/>
              </a:lnSpc>
            </a:pPr>
            <a:r>
              <a:rPr lang="en-US" sz="2415" b="false" i="false" u="none" strike="noStrike" spc="-100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마크 잘 만드는법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206500" y="-622300"/>
            <a:ext cx="20713700" cy="27051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508000" y="2235200"/>
            <a:ext cx="5829300" cy="2006600"/>
          </a:xfrm>
          <a:prstGeom prst="rect">
            <a:avLst/>
          </a:prstGeom>
        </p:spPr>
        <p:txBody>
          <a:bodyPr anchor="ctr" rtlCol="false" lIns="0" tIns="199392" rIns="0" bIns="199392"/>
          <a:lstStyle/>
          <a:p>
            <a:pPr algn="l" lvl="0">
              <a:lnSpc>
                <a:spcPct val="77190"/>
              </a:lnSpc>
            </a:pPr>
            <a:r>
              <a:rPr lang="en-US" sz="6680" b="true" i="false" u="none" strike="noStrike" spc="-300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좋은 마크가 갖춘</a:t>
            </a:r>
          </a:p>
          <a:p>
            <a:pPr algn="l" lvl="0">
              <a:lnSpc>
                <a:spcPct val="77190"/>
              </a:lnSpc>
            </a:pPr>
            <a:r>
              <a:rPr lang="en-US" sz="6680" b="true" i="false" u="none" strike="noStrike" spc="-300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4가지 조건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42900" y="3975100"/>
            <a:ext cx="9740900" cy="3048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0800000">
            <a:off x="-774700" y="1790700"/>
            <a:ext cx="19837400" cy="5207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10223500" y="2311400"/>
            <a:ext cx="4140200" cy="4140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3665200" y="5918200"/>
            <a:ext cx="4140200" cy="4140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206500" y="-622300"/>
            <a:ext cx="20713700" cy="270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-774700" y="1790700"/>
            <a:ext cx="19837400" cy="520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571500" y="2171700"/>
            <a:ext cx="5829300" cy="2006600"/>
          </a:xfrm>
          <a:prstGeom prst="rect">
            <a:avLst/>
          </a:prstGeom>
        </p:spPr>
        <p:txBody>
          <a:bodyPr anchor="ctr" rtlCol="false" lIns="0" tIns="199392" rIns="0" bIns="199392"/>
          <a:lstStyle/>
          <a:p>
            <a:pPr algn="l" lvl="0">
              <a:lnSpc>
                <a:spcPct val="77190"/>
              </a:lnSpc>
            </a:pPr>
            <a:r>
              <a:rPr lang="en-US" sz="6680" b="true" i="false" u="none" strike="noStrike" spc="-300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디자인</a:t>
            </a:r>
          </a:p>
          <a:p>
            <a:pPr algn="l" lvl="0">
              <a:lnSpc>
                <a:spcPct val="77190"/>
              </a:lnSpc>
            </a:pPr>
            <a:r>
              <a:rPr lang="en-US" sz="6680" b="true" i="false" u="none" strike="noStrike" spc="-300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4단계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71500" y="4114800"/>
            <a:ext cx="8572500" cy="5029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>
            <a:off x="9283700" y="2286000"/>
            <a:ext cx="4140200" cy="41402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4084300" y="5816600"/>
            <a:ext cx="4140200" cy="4140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0E9E0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4947900" y="1054100"/>
            <a:ext cx="1092200" cy="520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3644900" y="3390900"/>
            <a:ext cx="15417800" cy="520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-16200000">
            <a:off x="50800" y="6896100"/>
            <a:ext cx="7150100" cy="5207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3683000" y="3695700"/>
            <a:ext cx="14605000" cy="65913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5252700" y="254000"/>
            <a:ext cx="2565400" cy="1841500"/>
          </a:xfrm>
          <a:prstGeom prst="rect">
            <a:avLst/>
          </a:prstGeom>
        </p:spPr>
        <p:txBody>
          <a:bodyPr anchor="ctr" rtlCol="false" lIns="0" tIns="45420" rIns="0" bIns="45420"/>
          <a:lstStyle/>
          <a:p>
            <a:pPr algn="r" lvl="0">
              <a:lnSpc>
                <a:spcPct val="110390"/>
              </a:lnSpc>
            </a:pPr>
            <a:r>
              <a:rPr lang="en-US" sz="10218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02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165600" y="4089400"/>
            <a:ext cx="11912600" cy="50800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568700" y="2197100"/>
            <a:ext cx="5829300" cy="1206500"/>
          </a:xfrm>
          <a:prstGeom prst="rect">
            <a:avLst/>
          </a:prstGeom>
        </p:spPr>
        <p:txBody>
          <a:bodyPr anchor="ctr" rtlCol="false" lIns="0" tIns="199392" rIns="0" bIns="199392"/>
          <a:lstStyle/>
          <a:p>
            <a:pPr algn="l" lvl="0">
              <a:lnSpc>
                <a:spcPct val="77190"/>
              </a:lnSpc>
            </a:pPr>
            <a:r>
              <a:rPr lang="en-US" sz="6680" b="true" i="false" u="none" strike="noStrike" spc="-300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자주 하는 실수들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516633">
            <a:off x="939800" y="482600"/>
            <a:ext cx="23622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2700" y="88900"/>
            <a:ext cx="11455400" cy="36830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16027400" y="5676900"/>
            <a:ext cx="12534900" cy="1778000"/>
          </a:xfrm>
          <a:prstGeom prst="rect">
            <a:avLst/>
          </a:prstGeom>
        </p:spPr>
        <p:txBody>
          <a:bodyPr anchor="ctr" rtlCol="false" lIns="0" tIns="294355" rIns="0" bIns="294355"/>
          <a:lstStyle/>
          <a:p>
            <a:pPr algn="ctr" lvl="0">
              <a:lnSpc>
                <a:spcPct val="77190"/>
              </a:lnSpc>
            </a:pPr>
            <a:r>
              <a:rPr lang="en-US" sz="9862" b="true" i="false" u="none" strike="noStrike" spc="-500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THANK YOU!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1950700" y="8851900"/>
            <a:ext cx="6197600" cy="13335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2471400" y="9017000"/>
            <a:ext cx="5168900" cy="901700"/>
          </a:xfrm>
          <a:prstGeom prst="rect">
            <a:avLst/>
          </a:prstGeom>
        </p:spPr>
        <p:txBody>
          <a:bodyPr anchor="ctr" rtlCol="false" lIns="0" tIns="126052" rIns="0" bIns="126052"/>
          <a:lstStyle/>
          <a:p>
            <a:pPr algn="ctr" lvl="0">
              <a:lnSpc>
                <a:spcPct val="83000"/>
              </a:lnSpc>
            </a:pPr>
            <a:r>
              <a:rPr lang="en-US" sz="4962" b="true" i="false" u="none" strike="noStrike" spc="-200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152400" y="2527300"/>
            <a:ext cx="3492500" cy="393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615"/>
              </a:lnSpc>
            </a:pPr>
            <a:r>
              <a:rPr lang="en-US" sz="2084" b="false" i="false" u="none" strike="noStrike" spc="-100">
                <a:solidFill>
                  <a:srgbClr val="000000"/>
                </a:solidFill>
                <a:latin typeface="NanumSquare Regular"/>
                <a:ea typeface="NanumSquare Regular"/>
                <a:cs typeface="NanumSquare Regular"/>
              </a:rPr>
              <a:t>예시 마크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-1803400" y="1422400"/>
            <a:ext cx="6705600" cy="1206500"/>
          </a:xfrm>
          <a:prstGeom prst="rect">
            <a:avLst/>
          </a:prstGeom>
        </p:spPr>
        <p:txBody>
          <a:bodyPr anchor="ctr" rtlCol="false" lIns="0" tIns="199392" rIns="0" bIns="199392"/>
          <a:lstStyle/>
          <a:p>
            <a:pPr algn="ctr" lvl="0">
              <a:lnSpc>
                <a:spcPct val="77190"/>
              </a:lnSpc>
            </a:pPr>
            <a:r>
              <a:rPr lang="en-US" sz="6680" b="true" i="false" u="none" strike="noStrike" spc="-300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주제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4394200" y="1879600"/>
            <a:ext cx="1320800" cy="520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6311900" y="546100"/>
            <a:ext cx="4635500" cy="3289300"/>
          </a:xfrm>
          <a:prstGeom prst="rect">
            <a:avLst/>
          </a:prstGeom>
        </p:spPr>
        <p:txBody>
          <a:bodyPr anchor="ctr" rtlCol="false" lIns="0" tIns="81525" rIns="0" bIns="81525"/>
          <a:lstStyle/>
          <a:p>
            <a:pPr algn="ctr" lvl="0">
              <a:lnSpc>
                <a:spcPct val="110390"/>
              </a:lnSpc>
            </a:pPr>
            <a:r>
              <a:rPr lang="en-US" sz="18340" b="true" i="false" u="none" strike="noStrike" spc="-8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03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70200" y="4102100"/>
            <a:ext cx="14909800" cy="520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-139700" y="8102600"/>
            <a:ext cx="12484100" cy="6350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>
            <a:off x="3009900" y="-1079500"/>
            <a:ext cx="18465800" cy="635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2534900" y="2438400"/>
            <a:ext cx="5829300" cy="2006600"/>
          </a:xfrm>
          <a:prstGeom prst="rect">
            <a:avLst/>
          </a:prstGeom>
        </p:spPr>
        <p:txBody>
          <a:bodyPr anchor="ctr" rtlCol="false" lIns="0" tIns="199392" rIns="0" bIns="199392"/>
          <a:lstStyle/>
          <a:p>
            <a:pPr algn="l" lvl="0">
              <a:lnSpc>
                <a:spcPct val="77190"/>
              </a:lnSpc>
            </a:pPr>
            <a:r>
              <a:rPr lang="en-US" sz="6680" b="true" i="false" u="none" strike="noStrike" spc="-300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여러분도 마크를</a:t>
            </a:r>
          </a:p>
          <a:p>
            <a:pPr algn="l" lvl="0">
              <a:lnSpc>
                <a:spcPct val="77190"/>
              </a:lnSpc>
            </a:pPr>
            <a:r>
              <a:rPr lang="en-US" sz="6680" b="true" i="false" u="none" strike="noStrike" spc="-300" cap="all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만들어 볼까요?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